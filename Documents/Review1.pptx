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9C0346-C98A-5294-468B-20DDD3A5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24466"/>
            <a:ext cx="10353761" cy="1081548"/>
          </a:xfrm>
        </p:spPr>
        <p:txBody>
          <a:bodyPr/>
          <a:lstStyle/>
          <a:p>
            <a:r>
              <a:rPr lang="en-US" spc="300" dirty="0"/>
              <a:t>ABSTRACT</a:t>
            </a:r>
            <a:endParaRPr lang="en-IN" spc="3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93CF04-7BB3-B1D9-F850-16E2E3811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574359"/>
            <a:ext cx="10353762" cy="45511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Recovery 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full-stack application developed to simplify and secure the process of requesting and managing official documents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two role-based interfaces: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register, log in, and submit document requests, while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review, approve/reject, and analyze requests through a dashboard.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(backend)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with Vite and Tailwind CSS (frontend)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ensures responsiveness, clean UI, and strong security through authentication, toast alerts, and optional analytics export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ideal for academic or institutional use.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4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00BC-746C-357E-FAAA-B2BA31FE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4320"/>
            <a:ext cx="10353761" cy="1326321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30C9-4F2D-49DF-AE5E-42B52E28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40464"/>
            <a:ext cx="10353762" cy="43758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and users face challenges in managing document requests manually—slow processing, errors, lack of transparency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Recovery 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issues by offering a centralized digital platform that automates document recovery workflows.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ensures role-based access, real-time status updates, and seamless communication between users and administrators.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11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A916-C100-8C87-A0C0-E917F816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94640"/>
            <a:ext cx="10353761" cy="1326321"/>
          </a:xfrm>
        </p:spPr>
        <p:txBody>
          <a:bodyPr/>
          <a:lstStyle/>
          <a:p>
            <a:r>
              <a:rPr lang="en-IN" dirty="0"/>
              <a:t>Hardware 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E99CEB-F86D-2436-3C88-C7D347A78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324501"/>
              </p:ext>
            </p:extLst>
          </p:nvPr>
        </p:nvGraphicFramePr>
        <p:xfrm>
          <a:off x="914400" y="1737360"/>
          <a:ext cx="10353674" cy="4114803"/>
        </p:xfrm>
        <a:graphic>
          <a:graphicData uri="http://schemas.openxmlformats.org/drawingml/2006/table">
            <a:tbl>
              <a:tblPr/>
              <a:tblGrid>
                <a:gridCol w="5176837">
                  <a:extLst>
                    <a:ext uri="{9D8B030D-6E8A-4147-A177-3AD203B41FA5}">
                      <a16:colId xmlns:a16="http://schemas.microsoft.com/office/drawing/2014/main" val="626499152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3358047983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05893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 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i3 or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35047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       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GB or 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43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Disk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592218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  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 (1280x720)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303917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Keyboard &amp; Mouse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84117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 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connection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537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74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9D16-0605-33D8-848E-668E7A996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94641"/>
            <a:ext cx="10353761" cy="1188720"/>
          </a:xfrm>
        </p:spPr>
        <p:txBody>
          <a:bodyPr/>
          <a:lstStyle/>
          <a:p>
            <a:r>
              <a:rPr lang="en-IN" dirty="0"/>
              <a:t>Software 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C1A5B2-1EC8-B815-C32A-08B398EA6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402838"/>
              </p:ext>
            </p:extLst>
          </p:nvPr>
        </p:nvGraphicFramePr>
        <p:xfrm>
          <a:off x="914400" y="1696720"/>
          <a:ext cx="10353674" cy="4683762"/>
        </p:xfrm>
        <a:graphic>
          <a:graphicData uri="http://schemas.openxmlformats.org/drawingml/2006/table">
            <a:tbl>
              <a:tblPr/>
              <a:tblGrid>
                <a:gridCol w="5176837">
                  <a:extLst>
                    <a:ext uri="{9D8B030D-6E8A-4147-A177-3AD203B41FA5}">
                      <a16:colId xmlns:a16="http://schemas.microsoft.com/office/drawing/2014/main" val="3710360426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1613112231"/>
                    </a:ext>
                  </a:extLst>
                </a:gridCol>
              </a:tblGrid>
              <a:tr h="520418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78478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/ Linux / macOS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683184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Framework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Boot (Java 17)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147087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Framework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 with Vite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093139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Styling      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Tailwind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234444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Tools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Maven (for backend), npm (frontend)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85871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  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 / MySQL (or any JDBC-compatible)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91484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                                                                          -   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 / IntelliJ / Eclipse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34937"/>
                  </a:ext>
                </a:extLst>
              </a:tr>
              <a:tr h="52041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Browser          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Chrome / Firefox / 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565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10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F201-6693-4E70-2257-32DCCEC9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52401"/>
            <a:ext cx="10353761" cy="1219200"/>
          </a:xfrm>
        </p:spPr>
        <p:txBody>
          <a:bodyPr/>
          <a:lstStyle/>
          <a:p>
            <a:r>
              <a:rPr lang="en-IN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9D035-DC3B-18BF-42A9-AC4EAEC4F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581432"/>
            <a:ext cx="10353762" cy="44637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requests are handled manually or via static forms.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request tracking or status updates.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communication between users and admins.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have no visual dashboard or analytics.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data misplacement or delay.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2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3143-075C-3EEA-C6B4-68F9AB0D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283" y="416560"/>
            <a:ext cx="10353761" cy="1326321"/>
          </a:xfrm>
        </p:spPr>
        <p:txBody>
          <a:bodyPr/>
          <a:lstStyle/>
          <a:p>
            <a:r>
              <a:rPr lang="en-IN" dirty="0"/>
              <a:t>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D4271-8BFC-63B5-1D5F-DF808D74C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282" y="2027361"/>
            <a:ext cx="10353762" cy="36951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 and inefficient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 are frequent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Secure authentication or request traceability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feedback mechanism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415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6974-6BFA-1180-9463-06E51C22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3841"/>
            <a:ext cx="10353761" cy="1219200"/>
          </a:xfrm>
        </p:spPr>
        <p:txBody>
          <a:bodyPr>
            <a:normAutofit/>
          </a:bodyPr>
          <a:lstStyle/>
          <a:p>
            <a:r>
              <a:rPr lang="en-US" dirty="0"/>
              <a:t>proposed System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4B044-38E4-B4E6-569B-113394AA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63041"/>
            <a:ext cx="10343113" cy="43281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register/login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submit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requests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view, approve, or reject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requests via an interactive dashboard.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and toast alerts are used for real-time updates.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data can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or exported to 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admins.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mode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protection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views ensure security and clarity.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1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AD97-69AA-1096-D05C-8EC2566E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15" y="325120"/>
            <a:ext cx="10353761" cy="1326321"/>
          </a:xfrm>
        </p:spPr>
        <p:txBody>
          <a:bodyPr/>
          <a:lstStyle/>
          <a:p>
            <a:r>
              <a:rPr lang="en-US" dirty="0"/>
              <a:t>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6A56B-5B20-7255-6025-E7B9DF540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651441"/>
            <a:ext cx="10353762" cy="36951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automated document management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secure access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tracking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deploy and scale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user-friendly interface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academic, institutional, or governmental use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6620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62</TotalTime>
  <Words>436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Rockwell</vt:lpstr>
      <vt:lpstr>Times New Roman</vt:lpstr>
      <vt:lpstr>Damask</vt:lpstr>
      <vt:lpstr>ABSTRACT</vt:lpstr>
      <vt:lpstr>INTRODUCTION</vt:lpstr>
      <vt:lpstr>Hardware Requirements</vt:lpstr>
      <vt:lpstr>Software Requirements</vt:lpstr>
      <vt:lpstr>Existing System</vt:lpstr>
      <vt:lpstr>Drawbacks</vt:lpstr>
      <vt:lpstr>proposed System </vt:lpstr>
      <vt:lpstr>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B</dc:creator>
  <cp:lastModifiedBy>Santhosh B</cp:lastModifiedBy>
  <cp:revision>1</cp:revision>
  <dcterms:created xsi:type="dcterms:W3CDTF">2025-07-29T13:13:30Z</dcterms:created>
  <dcterms:modified xsi:type="dcterms:W3CDTF">2025-07-29T14:16:10Z</dcterms:modified>
</cp:coreProperties>
</file>